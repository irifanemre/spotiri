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D760"/>
                </a:solidFill>
                <a:latin typeface="Calibri"/>
              </a:rPr>
              <a:t>MEF UNIVERSITY  |  COMP 204 PROGRAMMING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5176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projectiri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9CA3AF"/>
                </a:solidFill>
                <a:latin typeface="Calibri"/>
              </a:rPr>
              <a:t>AI-Driven Spotify Curator &amp; Cross-Platform Content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Prepared by: Project Group 31  |  Instructor: Prof. Dr. Muhittin Gökmen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ED760"/>
                </a:solidFill>
                <a:latin typeface="Calibri"/>
              </a:rPr>
              <a:t>v2.0 — June 2026  ·  Major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THE DATA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Over 100,000 new tracks are uploaded to Spotify daily.</a:t>
            </a:r>
          </a:p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Human curators cannot filter them at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THE MOOD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Keyword search returns songs by title, not by feel.</a:t>
            </a:r>
          </a:p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A user saying "yorgunum ama umutlu" never gets the right music.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THE PRODUCTION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Even great playlists die without covers, promotion, and cross-platform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737360"/>
            <a:ext cx="475488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1ED760"/>
                </a:solidFill>
                <a:latin typeface="Calibri"/>
              </a:rPr>
              <a:t>100K+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tracks added daily on Spotify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02336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average time between new uploads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1ED760"/>
                </a:solidFill>
                <a:latin typeface="Calibri"/>
              </a:rPr>
              <a:t>Manual curation is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Smart Curation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Semantic mood matching with sentence-transformers embeddings, 5 curator personas, diversity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21608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Mood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Free-text mood → structured music profile (energy, tempo, vocals, style, what to avoid).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74536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4536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Cross-Platform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Spotify × MusicBrainz × YouTube cross-reference. Discover tracks missing from streaming.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1704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27464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27464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Content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AI covers (Pollinations + Nano Banana), TikTok video gen, scheduled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Eight production modules — all live, automated, integrated.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Personal Playlist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Mood + name + zodiac → AI playlist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 Genre Playlists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9 genres, daily refresh, hit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Weekly Trend Playlists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Reddit + Groq LLM → viral names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TikTok Video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9:16 MP4 + auto-caption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Cover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Pillow + Nano Banana + Pollinations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0168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Missing Tracks Finder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Spotify × MusicBrainz × 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3096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YouTube Playlist 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Missing tracks → YT playlist (OAuth)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1704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36024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SQLite snapshots, growth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572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1ED760"/>
                </a:solidFill>
                <a:latin typeface="Calibri"/>
              </a:rPr>
              <a:t>→  All 8 modules accessible from web app + native macOS .app + Textual TUI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0292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→  Cron-scheduled: daily 09:00 (genres) · Monday 09:30 (trends) · daily 03:00 (analytics)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Python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55848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38728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4568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AI / API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integrations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08776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91656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7496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Distinct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interfaces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61704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4584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30+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0424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Public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playlists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Mood Intelligence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Free-text input → structured music profile → semantically-ranked tracks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Mood Interpreter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Groq Llama-3.3 reads the user's free text + age + zodiac.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Returns structured profile: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primary + secondary emotion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likely activity (study, drive, cry...)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energy level + BPM target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vocal style + sonic palette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style families + what to avoid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168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517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Curator +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Profile becomes anchor signals: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5-6 anchor artists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3-5 specific tracks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3-5 niche sub-genres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Spotify search is run with each signal.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Persona filter (Mainstream / Underground / Throwback / Fresh) applied.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01168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517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Semantic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sentence-transformers embeds: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the mood description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each candidate track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Cosine similarity score: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mood_match × 0.65 + popularity × 0.20 + recency × 0.15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Diversity cap: max 2 tracks per artist.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264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1ED760"/>
                </a:solidFill>
                <a:latin typeface="Calibri"/>
              </a:rPr>
              <a:t>Result: "babamı gururlandırmak istiyorum" → uplifting indie anthems,</a:t>
            </a:r>
          </a:p>
          <a:p>
            <a:pPr algn="ctr"/>
            <a:r>
              <a:rPr sz="1300" b="0" i="1">
                <a:solidFill>
                  <a:srgbClr val="1ED760"/>
                </a:solidFill>
                <a:latin typeface="Calibri"/>
              </a:rPr>
              <a:t>not keyword-matched sad music.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Curator Persona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Same mood, five distinct curatorial voices. The user picks the personality.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12471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20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VIBE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20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POP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9202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5786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Balanced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786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30–100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5786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5786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Mix of mainstream + niche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6382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364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MAINSTREAM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3649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Viral Hits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3649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60–100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364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2020+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364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TikTok / chart-toppers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95020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151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UNDERGROUND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1513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Hidden Gems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15137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0–45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51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2018+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1513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Low-popularity discoveries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3659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THROWBACK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Aged Classics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937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20–100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937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1980–2015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937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Older tracks that aged well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2297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7241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FRESH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572414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572414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20–100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7241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2025+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572414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Newest releases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Cross-Platform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Find tracks an artist has on YouTube but not on Spotify — demos, live cuts, deleted releases.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SPOTIFY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Live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What the artist currently has on streaming.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Multi-query search to handle dev-mode limits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Strict artist-name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D760"/>
                </a:solidFill>
                <a:latin typeface="Calibri"/>
              </a:rPr>
              <a:t>● 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92024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2286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MUSICBRAINZ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974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Complete Discography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383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Open music database — every release ever recorded.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Free, no API key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~200–500 recordings per artist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D760"/>
                </a:solidFill>
                <a:latin typeface="Calibri"/>
              </a:rPr>
              <a:t>●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92024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286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YOUTUBE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6974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Popular Uploads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383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All videos attributed to the artist, sorted by view count.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Duet detection (feat. / ft. / with)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Cover/karaoke/tribute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D760"/>
                </a:solidFill>
                <a:latin typeface="Calibri"/>
              </a:rPr>
              <a:t>● Candidate Pool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864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JSON file per artist  →  optional one-click conversion to YouTube playlist (OAuth)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Content Production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Curation alone is not enough — covers, videos, branding, distribution all automated.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VISUAL  ·  Cover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Smart Fallback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Pillow gradient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29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Branded 9-genre covers (instant, free)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Nano Banana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Google Gemini AI (if billing enabled)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63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Pollinations.ai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83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Flux model fallback (free, always works)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ED760"/>
                </a:solidFill>
                <a:latin typeface="Calibri"/>
              </a:rPr>
              <a:t>Symbolic prompts: name meaning + zodiac element → unique cover per playlist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92024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MARKETING  ·  TikTok Video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1080 × 1920  ·  MP4 + Caption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632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63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Blurred cover backdrop with Ken Burns feel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566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Bold playlist title typography overlay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Track name + artist + Spotify CTA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72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Groq-written viral hook + hashtags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074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Ready to upload — zero manual editing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9436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ED760"/>
                </a:solidFill>
                <a:latin typeface="Calibri"/>
              </a:rPr>
              <a:t>Output: /tiktok_videos/  ·  AirDrop → TikTok in 30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02996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019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4028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Multi-source ingestion with rate-limit handling and OAuth where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2996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Spotify API · MusicBrainz · YouTube Data API · Reddit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21868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218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906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290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Mood interpretation → embedding-based ranking → persona + diversity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1868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Groq Llama-3.3 · sentence-transformers · Curator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440740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074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793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177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Cover generation, TikTok MP4 assembly, playlist creation + metadata SEO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0740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Pillow · Pollinations.ai · MoviePy · Spotify write 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0352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59612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4681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INTERFACE &amp; 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Three UIs over one backend, scheduled automation, SQLite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59612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NiceGUI web · Textual TUI · Native macOS .app · cron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1ED760"/>
                </a:solidFill>
                <a:latin typeface="Calibri"/>
              </a:rPr>
              <a:t>Single backend · Three UIs · Three scheduled tasks · One source of truth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APIS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42032"/>
            <a:ext cx="365760" cy="182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Spotify Web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35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Search, playlists, write, OAuth scopes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564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YouTube Data 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Video search, OAuth playlist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96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MusicBrainz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Free full-discography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8289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Reddit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755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Hot posts for trend 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Groq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887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Llama-3.3 70B — fast + free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AI / 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542032"/>
            <a:ext cx="365760" cy="182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sentence-transformers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035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all-MiniLM-L6-v2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564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Cosine similarity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1696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Pollinations.ai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Flux image generation (free)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88289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Nano Banana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1755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Gemini 2.5 Flash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8887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Embedding cache + analytics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PYTHON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2542032"/>
            <a:ext cx="365760" cy="182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spotipy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035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Spotify client + auth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4564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Pillow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Cover gradients + 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1696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MoviePy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9:16 MP4 assembly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88289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NiceGUI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1755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Modern web UI (FastAPI + Quasar)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Textual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8887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Premium terminal TUI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Three Interfaces, One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Same module set, three different ways to use it. Pick your comfort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NiceGUI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Modern dark-themed web UI with sidebar nav, live log streaming, modal forms, analytics dashboard, and playlist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localhost:8080 — runs as a real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Mobile-friendly (same WiFi)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43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Live subprocess output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8288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NATIVE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macOS 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4612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Real macOS application bundle with custom icon, Spotlight searchable, dock-able, double-click launch.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029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029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Codesigned (adhoc) for Gatekeeper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486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486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Auto health-check on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943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Opens browser only when ready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18288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TUI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Textual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24612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Premium terminal UI for power users — mouse + keyboard, Spotify-green accent, instant launch.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029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029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Keyboard-first navigation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486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486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browser needed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943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Persona dropdown in modals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Roadmap  · 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All planned milestones shipped, plus three unplanned modules.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91840"/>
            <a:ext cx="996696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Spotify + OAuth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+ centralized auth</a:t>
            </a:r>
          </a:p>
        </p:txBody>
      </p:sp>
      <p:sp>
        <p:nvSpPr>
          <p:cNvPr id="16" name="Oval 15"/>
          <p:cNvSpPr/>
          <p:nvPr/>
        </p:nvSpPr>
        <p:spPr>
          <a:xfrm>
            <a:off x="2907792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7792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9-genre engine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hit scoring + diversity</a:t>
            </a:r>
          </a:p>
        </p:txBody>
      </p:sp>
      <p:sp>
        <p:nvSpPr>
          <p:cNvPr id="21" name="Oval 20"/>
          <p:cNvSpPr/>
          <p:nvPr/>
        </p:nvSpPr>
        <p:spPr>
          <a:xfrm>
            <a:off x="4901184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01184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Mood interpreter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+ embeddings</a:t>
            </a:r>
          </a:p>
        </p:txBody>
      </p:sp>
      <p:sp>
        <p:nvSpPr>
          <p:cNvPr id="26" name="Oval 25"/>
          <p:cNvSpPr/>
          <p:nvPr/>
        </p:nvSpPr>
        <p:spPr>
          <a:xfrm>
            <a:off x="6894576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94576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Covers + TikTok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video generator</a:t>
            </a:r>
          </a:p>
        </p:txBody>
      </p:sp>
      <p:sp>
        <p:nvSpPr>
          <p:cNvPr id="31" name="Oval 30"/>
          <p:cNvSpPr/>
          <p:nvPr/>
        </p:nvSpPr>
        <p:spPr>
          <a:xfrm>
            <a:off x="8887968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87968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MusicBrainz +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YouTube cross-ref</a:t>
            </a:r>
          </a:p>
        </p:txBody>
      </p:sp>
      <p:sp>
        <p:nvSpPr>
          <p:cNvPr id="36" name="Oval 35"/>
          <p:cNvSpPr/>
          <p:nvPr/>
        </p:nvSpPr>
        <p:spPr>
          <a:xfrm>
            <a:off x="10881360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8136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Interfaces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Web app + macOS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bundle + TUI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0292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166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BONUS  ·  Beyond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Native macOS app bundle  ·  Birth-date zodiac engine  ·  Activity-aware mood interpreter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Originally planned for K-means clustering on audio features. Spotify deprecated audio-features API late 2024,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so we pivoted to semantic embeddings + structured mood profiling — a stronger approach.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Team &amp; Contributions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2471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MODULES SHIPPED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2316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İRFAN EMRE DURMUŞ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0720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 · Pipeline ·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9748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spotify_auth · oto_playlist · trend_playlist · kisisel_playlist · curator · sanatci_eksik · yt_playlist · analitik · cron jobs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AYHAN AZRA KERVAN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7024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· AI · Mood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1605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mood_yorumlayici · burc · curator persona system · embedding ranking · MusicBrainz integration · hit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YİĞİT KARAKOZAK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7332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UI · Branding ·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62356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web (NiceGUI) · projectiri TUI · kapak (Pillow + Pollinations + Nano Banana) · tiktok_uretici · macOS .app bundle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Success Criteria  · 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We didn't just ship features. We can prove they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SOUNDNESS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Rate limits handled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OAuth scopes unified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Subprocess error isolation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Graceful AI fallbacks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8456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DATA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Embedding similarity proven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for mood matching.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MusicBrainz fills 80%+ of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Spotify dev-mode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ORIGINALITY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End-to-end automation: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mood text → curated tracks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→ AI cover → TikTok video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→ scheduled distribution.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8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90888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DELIVERABILITY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Cron-driven daily updates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Native macOS app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.gitignore-protected secrets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Analytics for retro-tuning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modules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shipped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Python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scheduled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manual steps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 daily 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Contact: iriprojectapp@gmail.com   ·   Version 2.0   ·   June 2026   ·   Project Group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Macintosh PowerPoint</Application>
  <PresentationFormat>Geniş ekran</PresentationFormat>
  <Paragraphs>355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İRFAN EMRE DURMUŞ</cp:lastModifiedBy>
  <cp:revision>1</cp:revision>
  <dcterms:created xsi:type="dcterms:W3CDTF">2013-01-27T09:14:16Z</dcterms:created>
  <dcterms:modified xsi:type="dcterms:W3CDTF">2026-06-05T07:51:46Z</dcterms:modified>
  <cp:category/>
</cp:coreProperties>
</file>