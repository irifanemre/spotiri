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7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219456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ED760"/>
                </a:solidFill>
                <a:latin typeface="Calibri"/>
              </a:rPr>
              <a:t>MEF UNIVERSITY  |  COMP 204 PROGRAMMING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651760"/>
            <a:ext cx="1219169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projectiri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9CA3AF"/>
                </a:solidFill>
                <a:latin typeface="Calibri"/>
              </a:rPr>
              <a:t>AI-Driven Spotify Curator &amp; Cross-Platform Content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Calibri"/>
              </a:rPr>
              <a:t>Prepared by: Project Group 31  |  Instructor: Prof. Dr. Muhittin Gökmen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1ED760"/>
                </a:solidFill>
                <a:latin typeface="Calibri"/>
              </a:rPr>
              <a:t>v2.0 — June 2026  ·  Major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ED760"/>
                </a:solidFill>
                <a:latin typeface="Calibri"/>
              </a:rPr>
              <a:t>THE DATA OVERLOAD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  <a:latin typeface="Calibri"/>
              </a:rPr>
              <a:t>Over 100,000 new tracks are uploaded to Spotify daily.</a:t>
            </a:r>
          </a:p>
          <a:p>
            <a:pPr algn="l"/>
            <a:r>
              <a:rPr sz="1500" b="0" i="0">
                <a:solidFill>
                  <a:srgbClr val="9CA3AF"/>
                </a:solidFill>
                <a:latin typeface="Calibri"/>
              </a:rPr>
              <a:t>Human curators cannot filter them at scale.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ED760"/>
                </a:solidFill>
                <a:latin typeface="Calibri"/>
              </a:rPr>
              <a:t>THE MOOD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  <a:latin typeface="Calibri"/>
              </a:rPr>
              <a:t>Keyword search returns songs by title, not by feel.</a:t>
            </a:r>
          </a:p>
          <a:p>
            <a:pPr algn="l"/>
            <a:r>
              <a:rPr sz="1500" b="0" i="0">
                <a:solidFill>
                  <a:srgbClr val="9CA3AF"/>
                </a:solidFill>
                <a:latin typeface="Calibri"/>
              </a:rPr>
              <a:t>A user saying "yorgunum ama umutlu" never gets the right music.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ED760"/>
                </a:solidFill>
                <a:latin typeface="Calibri"/>
              </a:rPr>
              <a:t>THE PRODUCTION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5303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  <a:latin typeface="Calibri"/>
              </a:rPr>
              <a:t>Even great playlists die without covers, promotion, and cross-platform reach.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1737360"/>
            <a:ext cx="4754880" cy="4572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0" y="201168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 i="0">
                <a:solidFill>
                  <a:srgbClr val="1ED760"/>
                </a:solidFill>
                <a:latin typeface="Calibri"/>
              </a:rPr>
              <a:t>100K+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2004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9CA3AF"/>
                </a:solidFill>
                <a:latin typeface="Calibri"/>
              </a:rPr>
              <a:t>tracks added daily on Spotify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02336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13s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846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9CA3AF"/>
                </a:solidFill>
                <a:latin typeface="Calibri"/>
              </a:rPr>
              <a:t>average time between new uploads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4864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1ED760"/>
                </a:solidFill>
                <a:latin typeface="Calibri"/>
              </a:rPr>
              <a:t>Manual curation is impossible.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743200" cy="42976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640080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A0A0A"/>
                </a:solidFill>
              </a:rPr>
              <a:t>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D760"/>
                </a:solidFill>
                <a:latin typeface="Calibri"/>
              </a:rPr>
              <a:t>Smart Curation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49040"/>
            <a:ext cx="20116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Semantic mood matching with sentence-transformers embeddings, 5 curator personas, diversity filter.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828800"/>
            <a:ext cx="2743200" cy="42976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21608" y="2194560"/>
            <a:ext cx="640080" cy="64008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21608" y="2194560"/>
            <a:ext cx="640080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A0A0A"/>
                </a:solidFill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31089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D760"/>
                </a:solidFill>
                <a:latin typeface="Calibri"/>
              </a:rPr>
              <a:t>Mood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8" y="3749040"/>
            <a:ext cx="20116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Free-text mood → structured music profile (energy, tempo, vocals, style, what to avoid).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1828800"/>
            <a:ext cx="2743200" cy="42976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74536" y="2194560"/>
            <a:ext cx="640080" cy="64008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74536" y="2194560"/>
            <a:ext cx="640080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A0A0A"/>
                </a:solidFill>
              </a:rPr>
              <a:t>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31089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D760"/>
                </a:solidFill>
                <a:latin typeface="Calibri"/>
              </a:rPr>
              <a:t>Cross-Platform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4536" y="3749040"/>
            <a:ext cx="20116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Spotify × MusicBrainz × YouTube cross-reference. Discover tracks missing from streaming.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61704" y="1828800"/>
            <a:ext cx="2743200" cy="42976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427464" y="2194560"/>
            <a:ext cx="640080" cy="64008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27464" y="2194560"/>
            <a:ext cx="640080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A0A0A"/>
                </a:solidFill>
              </a:rP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7464" y="310896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D760"/>
                </a:solidFill>
                <a:latin typeface="Calibri"/>
              </a:rPr>
              <a:t>Content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7464" y="3749040"/>
            <a:ext cx="20116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AI covers (Pollinations + Nano Banana), TikTok video gen, scheduled distribution.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What We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Eight production modules — all live, automated, integrated.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2761488" cy="1143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0848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Personal Playlist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97480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Mood + name + zodiac → AI playlist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920240"/>
            <a:ext cx="2761488" cy="1143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0168" y="20848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33172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Auto Genre Playlists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2697480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9 genres, daily refresh, hit scoring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1920240"/>
            <a:ext cx="2761488" cy="1143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83096" y="20848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233172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Weekly Trend Playlists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2697480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Reddit + Groq LLM → viral names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1920240"/>
            <a:ext cx="2761488" cy="1143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36024" y="20848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233172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TikTok Video Generator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2697480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9:16 MP4 + auto-caption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172968"/>
            <a:ext cx="2761488" cy="1143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33375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584448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Cover Generator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950208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Pillow + Nano Banana + Pollinations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55848" y="3172968"/>
            <a:ext cx="2761488" cy="1143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30168" y="33375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0168" y="3584448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Missing Tracks Finder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0168" y="3950208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Spotify × MusicBrainz × 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3172968"/>
            <a:ext cx="2761488" cy="1143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3096" y="33375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3096" y="3584448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YouTube Playlist Build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3096" y="3950208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Missing tracks → YT playlist (OAuth)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61704" y="3172968"/>
            <a:ext cx="2761488" cy="1143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36024" y="33375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6024" y="3584448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Analytics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6024" y="3950208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SQLite snapshots, growth tracking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5720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1ED760"/>
                </a:solidFill>
                <a:latin typeface="Calibri"/>
              </a:rPr>
              <a:t>→  All 8 modules accessible from web app + native macOS .app + Textual TUI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0292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9CA3AF"/>
                </a:solidFill>
                <a:latin typeface="Calibri"/>
              </a:rPr>
              <a:t>→  Cron-scheduled: daily 09:00 (genres) · Monday 09:30 (trends) · daily 03:00 (analytics)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760720"/>
            <a:ext cx="2761488" cy="73152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5800" y="585216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D760"/>
                </a:solidFill>
                <a:latin typeface="Calibri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91640" y="5833872"/>
            <a:ext cx="13898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Python</a:t>
            </a:r>
          </a:p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modules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55848" y="5760720"/>
            <a:ext cx="2761488" cy="73152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538728" y="585216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D760"/>
                </a:solidFill>
                <a:latin typeface="Calibri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44568" y="5833872"/>
            <a:ext cx="13898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AI / API</a:t>
            </a:r>
          </a:p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integrations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08776" y="5760720"/>
            <a:ext cx="2761488" cy="73152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91656" y="585216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D760"/>
                </a:solidFill>
                <a:latin typeface="Calibri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97496" y="5833872"/>
            <a:ext cx="13898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Distinct</a:t>
            </a:r>
          </a:p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interfaces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61704" y="5760720"/>
            <a:ext cx="2761488" cy="73152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44584" y="585216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ED760"/>
                </a:solidFill>
                <a:latin typeface="Calibri"/>
              </a:rPr>
              <a:t>30+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50424" y="5833872"/>
            <a:ext cx="138988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Public</a:t>
            </a:r>
          </a:p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playlists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Mood Intelligence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Free-text input → structured music profile → semantically-ranked tracks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3657600" cy="393192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D760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Mood Interpreter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9184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Groq Llama-3.3 reads the user's free text + age + zodiac.</a:t>
            </a:r>
          </a:p>
          <a:p>
            <a:pPr algn="l"/>
            <a:endParaRPr sz="1100" b="0" i="0">
              <a:solidFill>
                <a:srgbClr val="9CA3AF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Returns structured profile: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primary + secondary emotion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likely activity (study, drive, cry...)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energy level + BPM target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vocal style + sonic palette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style families + what to avoid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011680"/>
            <a:ext cx="3657600" cy="393192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23317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D760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65176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Curator +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29184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Profile becomes anchor signals:</a:t>
            </a:r>
          </a:p>
          <a:p>
            <a:pPr algn="l"/>
            <a:endParaRPr sz="1100" b="0" i="0">
              <a:solidFill>
                <a:srgbClr val="9CA3AF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5-6 anchor artists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3-5 specific tracks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3-5 niche sub-genres</a:t>
            </a:r>
          </a:p>
          <a:p>
            <a:pPr algn="l"/>
            <a:endParaRPr sz="1100" b="0" i="0">
              <a:solidFill>
                <a:srgbClr val="9CA3AF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Spotify search is run with each signal.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Persona filter (Mainstream / Underground / Throwback / Fresh) applied.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2011680"/>
            <a:ext cx="3657600" cy="393192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9640" y="23317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D760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65176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Semantic 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29184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sentence-transformers embeds: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the mood description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each candidate track</a:t>
            </a:r>
          </a:p>
          <a:p>
            <a:pPr algn="l"/>
            <a:endParaRPr sz="1100" b="0" i="0">
              <a:solidFill>
                <a:srgbClr val="9CA3AF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Cosine similarity score: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mood_match × 0.65 + popularity × 0.20 + recency × 0.15</a:t>
            </a:r>
          </a:p>
          <a:p>
            <a:pPr algn="l"/>
            <a:endParaRPr sz="1100" b="0" i="0">
              <a:solidFill>
                <a:srgbClr val="9CA3AF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Diversity cap: max 2 tracks per artist.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264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1ED760"/>
                </a:solidFill>
                <a:latin typeface="Calibri"/>
              </a:rPr>
              <a:t>Result: "babamı gururlandırmak istiyorum" → uplifting indie anthems,</a:t>
            </a:r>
          </a:p>
          <a:p>
            <a:pPr algn="ctr"/>
            <a:r>
              <a:rPr sz="1300" b="0" i="1">
                <a:solidFill>
                  <a:srgbClr val="1ED760"/>
                </a:solidFill>
                <a:latin typeface="Calibri"/>
              </a:rPr>
              <a:t>not keyword-matched sad music.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Curator Persona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Same mood, five distinct curatorial voices. The user picks the personality.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11247120" cy="457200"/>
          </a:xfrm>
          <a:prstGeom prst="rect">
            <a:avLst/>
          </a:prstGeom>
          <a:solidFill>
            <a:srgbClr val="1A1A1A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4A4A"/>
                </a:solidFill>
                <a:latin typeface="Calibri"/>
              </a:rPr>
              <a:t>PERSONA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9202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4A4A"/>
                </a:solidFill>
                <a:latin typeface="Calibri"/>
              </a:rPr>
              <a:t>VIBE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9202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4A4A"/>
                </a:solidFill>
                <a:latin typeface="Calibri"/>
              </a:rPr>
              <a:t>POP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9202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4A4A"/>
                </a:solidFill>
                <a:latin typeface="Calibri"/>
              </a:rPr>
              <a:t>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9202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4A4A"/>
                </a:solidFill>
                <a:latin typeface="Calibri"/>
              </a:rPr>
              <a:t>FOCUS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377440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257860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DEFAULT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57860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Balanced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57860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Pop 30–100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57860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2000+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57860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Mix of mainstream + niche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163824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36499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MAINSTREAM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36499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Viral Hits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36499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Pop 60–100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36499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2020+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36499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TikTok / chart-toppers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950208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15137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UNDERGROUND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415137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Hidden Gems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4151376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Pop 0–45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15137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2018+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415137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Low-popularity discoveries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736592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49377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THROWBACK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97480" y="49377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Aged Classics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4937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Pop 20–100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9377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1980–2015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49377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Older tracks that aged well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522976"/>
            <a:ext cx="11247120" cy="713232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724144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FRESH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7480" y="572414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2040" y="572414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Pop 20–100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5724144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2025+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572414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Newest releases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Cross-Platform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Find tracks an artist has on YouTube but not on Spotify — demos, live cuts, deleted releases.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D760"/>
                </a:solidFill>
                <a:latin typeface="Calibri"/>
              </a:rPr>
              <a:t>SPOTIFY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Live 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8328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What the artist currently has on streaming.</a:t>
            </a:r>
          </a:p>
          <a:p>
            <a:pPr algn="l"/>
            <a:endParaRPr sz="1100" b="0" i="0">
              <a:solidFill>
                <a:srgbClr val="9CA3AF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Multi-query search to handle dev-mode limits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Strict artist-name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09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D760"/>
                </a:solidFill>
                <a:latin typeface="Calibri"/>
              </a:rPr>
              <a:t>● 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920240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22860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D760"/>
                </a:solidFill>
                <a:latin typeface="Calibri"/>
              </a:rPr>
              <a:t>MUSICBRAINZ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6974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Complete Discography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38328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Open music database — every release ever recorded.</a:t>
            </a:r>
          </a:p>
          <a:p>
            <a:pPr algn="l"/>
            <a:endParaRPr sz="1100" b="0" i="0">
              <a:solidFill>
                <a:srgbClr val="9CA3AF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Free, no API key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~200–500 recordings per artist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709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D760"/>
                </a:solidFill>
                <a:latin typeface="Calibri"/>
              </a:rPr>
              <a:t>● Reference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1920240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22860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D760"/>
                </a:solidFill>
                <a:latin typeface="Calibri"/>
              </a:rPr>
              <a:t>YOUTUBE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6974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Popular Uploads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38328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All videos attributed to the artist, sorted by view count.</a:t>
            </a:r>
          </a:p>
          <a:p>
            <a:pPr algn="l"/>
            <a:endParaRPr sz="1100" b="0" i="0">
              <a:solidFill>
                <a:srgbClr val="9CA3AF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Duet detection (feat. / ft. / with)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Cover/karaoke/tribute filters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4709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ED760"/>
                </a:solidFill>
                <a:latin typeface="Calibri"/>
              </a:rPr>
              <a:t>● Candidate Pool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48640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623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ED760"/>
                </a:solidFill>
                <a:latin typeface="Calibri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978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JSON file per artist  →  optional one-click conversion to YouTube playlist (OAuth)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Content Production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Curation alone is not enough — covers, videos, branding, distribution all automated.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5577840" cy="4572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VISUAL  ·  Cover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Smart Fallback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089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Pillow gradient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290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Branded 9-genre covers (instant, free)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862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8862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Nano Banana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2062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Google Gemini AI (if billing enabled)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663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Pollinations.ai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9834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Flux model fallback (free, always works)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436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1ED760"/>
                </a:solidFill>
                <a:latin typeface="Calibri"/>
              </a:rPr>
              <a:t>Symbolic prompts: name meaning + zodiac element → unique cover per playlist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920240"/>
            <a:ext cx="5577840" cy="4572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21488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MARKETING  ·  TikTok Video Generator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4688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1080 × 1920  ·  MP4 + Caption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0632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632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Blurred cover backdrop with Ken Burns feel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5661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5661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Bold playlist title typography overlay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0690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069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Track name + artist + Spotify CTA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5720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5720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Groq-written viral hook + hashtags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0749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0749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Ready to upload — zero manual editing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9436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1ED760"/>
                </a:solidFill>
                <a:latin typeface="Calibri"/>
              </a:rPr>
              <a:t>Output: /tiktok_videos/  ·  AirDrop → TikTok in 30 seconds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2029968"/>
            <a:ext cx="502920" cy="50292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02996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A0A0A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90195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DATA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24028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Multi-source ingestion with rate-limit handling and OAuth where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029968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Spotify API · MusicBrainz · YouTube Data API · Reddit 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0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3218688"/>
            <a:ext cx="502920" cy="50292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2186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A0A0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09067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2900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Mood interpretation → embedding-based ranking → persona + diversity filters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18688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Groq Llama-3.3 · sentence-transformers · Curator engine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14800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77240" y="4407408"/>
            <a:ext cx="502920" cy="50292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4074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A0A0A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27939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61772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Cover generation, TikTok MP4 assembly, playlist creation + metadata SEO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407408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Pillow · Pollinations.ai · MoviePy · Spotify write ops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303520"/>
            <a:ext cx="11247120" cy="1078992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77240" y="5596128"/>
            <a:ext cx="502920" cy="50292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59612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0A0A0A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46811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INTERFACE &amp; 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Three UIs over one backend, scheduled automation, SQLite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596128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NiceGUI web · Textual TUI · Native macOS .app · cron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3550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1ED760"/>
                </a:solidFill>
                <a:latin typeface="Calibri"/>
              </a:rPr>
              <a:t>Single backend · Three UIs · Three scheduled tasks · One source of truth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3657600" cy="4572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D760"/>
                </a:solidFill>
                <a:latin typeface="Calibri"/>
              </a:rPr>
              <a:t>APIS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542032"/>
            <a:ext cx="365760" cy="18288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Spotify Web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3580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Search, playlists, write, OAuth scopes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56432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YouTube Data v3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4904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Video search, OAuth playlist creation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69664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MusicBrainz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6227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Free full-discography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82896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Reddit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7550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Hot posts for trend mining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596128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Groq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88736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Llama-3.3 70B — fast + free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1828800"/>
            <a:ext cx="3657600" cy="4572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60" y="21031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D760"/>
                </a:solidFill>
                <a:latin typeface="Calibri"/>
              </a:rPr>
              <a:t>AI / 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2542032"/>
            <a:ext cx="365760" cy="18288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274320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sentence-transformers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03580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all-MiniLM-L6-v2 embeddings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456432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scikit-learn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374904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Cosine similarity ranking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169664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Pollinations.ai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46227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Flux image generation (free)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882896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Nano Banana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517550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Gemini 2.5 Flash Image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5596128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SQLite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5888736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Embedding cache + analytics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80" y="1828800"/>
            <a:ext cx="3657600" cy="45720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49640" y="21031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D760"/>
                </a:solidFill>
                <a:latin typeface="Calibri"/>
              </a:rPr>
              <a:t>PYTHON STACK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49640" y="2542032"/>
            <a:ext cx="365760" cy="18288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49640" y="274320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spotipy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303580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Spotify client + auth manager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3456432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Pillow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374904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Cover gradients + composition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4169664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MoviePy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446227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9:16 MP4 assembly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4882896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NiceGUI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17550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Modern web UI (FastAPI + Quasar)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5596128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Textual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5888736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Premium terminal TUI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Three Interfaces, One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Same module set, three different ways to use it. Pick your comfort zone.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1031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WEB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688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NiceGUI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4612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Modern dark-themed web UI with sidebar nav, live log streaming, modal forms, analytics dashboard, and playlist browser.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029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localhost:8080 — runs as a real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4864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4864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Mobile-friendly (same WiFi)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9436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9436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Live subprocess output streaming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82880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60" y="21031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NATIVE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4688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macOS .app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24612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Real macOS application bundle with custom icon, Spotlight searchable, dock-able, double-click launch.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5029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029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Codesigned (adhoc) for Gatekeeper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54864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4864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Auto health-check on launch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59436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9436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Opens browser only when ready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182880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49640" y="21031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TUI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24688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Textual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24612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Premium terminal UI for power users — mouse + keyboard, Spotify-green accent, instant launch.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50292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5029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Keyboard-first navigation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54864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54864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No browser needed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59436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D760"/>
                </a:solidFill>
                <a:latin typeface="Calibri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59436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Persona dropdown in modals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Roadmap  ·  Delivered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All planned milestones shipped, plus three unplanned modules.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91840"/>
            <a:ext cx="9966960" cy="3657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3108960"/>
            <a:ext cx="365760" cy="36576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D760"/>
                </a:solidFill>
                <a:latin typeface="Calibri"/>
              </a:rPr>
              <a:t>W1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5146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70332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Spotify + OAuth</a:t>
            </a:r>
          </a:p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+ centralized auth</a:t>
            </a:r>
          </a:p>
        </p:txBody>
      </p:sp>
      <p:sp>
        <p:nvSpPr>
          <p:cNvPr id="16" name="Oval 15"/>
          <p:cNvSpPr/>
          <p:nvPr/>
        </p:nvSpPr>
        <p:spPr>
          <a:xfrm>
            <a:off x="2907792" y="3108960"/>
            <a:ext cx="365760" cy="36576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07792" y="3108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0592" y="21945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D760"/>
                </a:solidFill>
                <a:latin typeface="Calibri"/>
              </a:rPr>
              <a:t>W2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7712" y="25146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7712" y="370332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9-genre engine</a:t>
            </a:r>
          </a:p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hit scoring + diversity</a:t>
            </a:r>
          </a:p>
        </p:txBody>
      </p:sp>
      <p:sp>
        <p:nvSpPr>
          <p:cNvPr id="21" name="Oval 20"/>
          <p:cNvSpPr/>
          <p:nvPr/>
        </p:nvSpPr>
        <p:spPr>
          <a:xfrm>
            <a:off x="4901184" y="3108960"/>
            <a:ext cx="365760" cy="36576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01184" y="3108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21945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D760"/>
                </a:solidFill>
                <a:latin typeface="Calibri"/>
              </a:rPr>
              <a:t>W3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1104" y="25146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AI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104" y="370332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Mood interpreter</a:t>
            </a:r>
          </a:p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+ embeddings</a:t>
            </a:r>
          </a:p>
        </p:txBody>
      </p:sp>
      <p:sp>
        <p:nvSpPr>
          <p:cNvPr id="26" name="Oval 25"/>
          <p:cNvSpPr/>
          <p:nvPr/>
        </p:nvSpPr>
        <p:spPr>
          <a:xfrm>
            <a:off x="6894576" y="3108960"/>
            <a:ext cx="365760" cy="36576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94576" y="3108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21945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D760"/>
                </a:solidFill>
                <a:latin typeface="Calibri"/>
              </a:rPr>
              <a:t>W4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25146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496" y="370332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Covers + TikTok</a:t>
            </a:r>
          </a:p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video generator</a:t>
            </a:r>
          </a:p>
        </p:txBody>
      </p:sp>
      <p:sp>
        <p:nvSpPr>
          <p:cNvPr id="31" name="Oval 30"/>
          <p:cNvSpPr/>
          <p:nvPr/>
        </p:nvSpPr>
        <p:spPr>
          <a:xfrm>
            <a:off x="8887968" y="3108960"/>
            <a:ext cx="365760" cy="36576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87968" y="3108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0768" y="21945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D760"/>
                </a:solidFill>
                <a:latin typeface="Calibri"/>
              </a:rPr>
              <a:t>W5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25146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Discovery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370332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MusicBrainz +</a:t>
            </a:r>
          </a:p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YouTube cross-ref</a:t>
            </a:r>
          </a:p>
        </p:txBody>
      </p:sp>
      <p:sp>
        <p:nvSpPr>
          <p:cNvPr id="36" name="Oval 35"/>
          <p:cNvSpPr/>
          <p:nvPr/>
        </p:nvSpPr>
        <p:spPr>
          <a:xfrm>
            <a:off x="10881360" y="3108960"/>
            <a:ext cx="365760" cy="36576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881360" y="3108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21945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D760"/>
                </a:solidFill>
                <a:latin typeface="Calibri"/>
              </a:rPr>
              <a:t>W6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251460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Interfaces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3703320"/>
            <a:ext cx="1645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Web app + macOS</a:t>
            </a:r>
          </a:p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bundle + TUI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02920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51663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D760"/>
                </a:solidFill>
                <a:latin typeface="Calibri"/>
              </a:rPr>
              <a:t>BONUS  ·  Beyond 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Native macOS app bundle  ·  Birth-date zodiac engine  ·  Activity-aware mood interpreter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89788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Originally planned for K-means clustering on audio features. Spotify deprecated audio-features API late 2024,</a:t>
            </a:r>
          </a:p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so we pivoted to semantic embeddings + structured mood profiling — a stronger approach.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Team &amp; Contributions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11247120" cy="457200"/>
          </a:xfrm>
          <a:prstGeom prst="rect">
            <a:avLst/>
          </a:prstGeom>
          <a:solidFill>
            <a:srgbClr val="1A1A1A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4A4A"/>
                </a:solidFill>
                <a:latin typeface="Calibri"/>
              </a:rPr>
              <a:t>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9202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4A4A"/>
                </a:solidFill>
                <a:latin typeface="Calibri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920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4A4A"/>
                </a:solidFill>
                <a:latin typeface="Calibri"/>
              </a:rPr>
              <a:t>MODULES SHIPPED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23160"/>
            <a:ext cx="11247120" cy="13258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İRFAN EMRE DURMUŞ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807208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Backend · Pipeline · 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697480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onsolas"/>
              </a:rPr>
              <a:t>spotify_auth · oto_playlist · trend_playlist · kisisel_playlist · curator · sanatci_eksik · yt_playlist · analitik · cron jobs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86200"/>
            <a:ext cx="11247120" cy="13258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AYHAN AZRA KERVAN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270248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· AI · Mood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160520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onsolas"/>
              </a:rPr>
              <a:t>mood_yorumlayici · burc · curator persona system · embedding ranking · MusicBrainz integration · hit scoring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349240"/>
            <a:ext cx="11247120" cy="13258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YİĞİT KARAKOZAK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733288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UI · Branding · 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5623560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onsolas"/>
              </a:rPr>
              <a:t>web (NiceGUI) · projectiri TUI · kapak (Pillow + Pollinations + Nano Banana) · tiktok_uretici · macOS .app bundle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55119" y="0"/>
            <a:ext cx="36576" cy="6858000"/>
          </a:xfrm>
          <a:prstGeom prst="rect">
            <a:avLst/>
          </a:prstGeom>
          <a:solidFill>
            <a:srgbClr val="128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57200"/>
            <a:ext cx="73152" cy="685800"/>
          </a:xfrm>
          <a:prstGeom prst="rect">
            <a:avLst/>
          </a:prstGeom>
          <a:solidFill>
            <a:srgbClr val="1E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5760"/>
            <a:ext cx="1097280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Success Criteria  ·  Measured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We didn't just ship features. We can prove they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2761488" cy="29260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SOUNDNESS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2212848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Rate limits handled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OAuth scopes unified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Subprocess error isolation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Graceful AI fallbacks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4136" y="1828800"/>
            <a:ext cx="2761488" cy="29260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48456" y="219456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DATA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2743200"/>
            <a:ext cx="2212848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Embedding similarity proven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for mood matching.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MusicBrainz fills 80%+ of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Spotify dev-mode gaps.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828800"/>
            <a:ext cx="2761488" cy="29260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2" y="219456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ORIGINALITY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743200"/>
            <a:ext cx="2212848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End-to-end automation: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mood text → curated tracks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→ AI cover → TikTok video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→ scheduled distribution.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16568" y="1828800"/>
            <a:ext cx="2761488" cy="292608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90888" y="2194560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D760"/>
                </a:solidFill>
                <a:latin typeface="Calibri"/>
              </a:rPr>
              <a:t>DELIVERABILITY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2743200"/>
            <a:ext cx="2212848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Cron-driven daily updates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Native macOS app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.gitignore-protected secrets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Analytics for retro-tuning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2920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16636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3200" b="1" i="0">
                <a:solidFill>
                  <a:srgbClr val="1ED760"/>
                </a:solidFill>
                <a:latin typeface="Calibri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21208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modules</a:t>
            </a:r>
          </a:p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shipped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6636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3200" b="1" i="0">
                <a:solidFill>
                  <a:srgbClr val="1ED760"/>
                </a:solidFill>
                <a:latin typeface="Calibri"/>
              </a:rPr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21208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Python</a:t>
            </a:r>
          </a:p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modules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16636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3200" b="1" i="0">
                <a:solidFill>
                  <a:srgbClr val="1ED760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521208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scheduled</a:t>
            </a:r>
          </a:p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tasks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5166360"/>
            <a:ext cx="1097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3200" b="1" i="0">
                <a:solidFill>
                  <a:srgbClr val="1ED760"/>
                </a:solidFill>
                <a:latin typeface="Calibri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5212080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manual steps</a:t>
            </a:r>
          </a:p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in daily 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0080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Contact: iriprojectapp@gmail.com   ·   Version 2.0   ·   June 2026   ·   Project Group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1518</Words>
  <Application>Microsoft Macintosh PowerPoint</Application>
  <PresentationFormat>Geniş ekran</PresentationFormat>
  <Paragraphs>355</Paragraphs>
  <Slides>14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İRFAN EMRE DURMUŞ</cp:lastModifiedBy>
  <cp:revision>1</cp:revision>
  <dcterms:created xsi:type="dcterms:W3CDTF">2013-01-27T09:14:16Z</dcterms:created>
  <dcterms:modified xsi:type="dcterms:W3CDTF">2026-06-05T07:51:08Z</dcterms:modified>
  <cp:category/>
</cp:coreProperties>
</file>